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 mallick" userId="f39e92d6e254b8de" providerId="LiveId" clId="{E19694F9-1E39-485E-B80A-635EAAC21EAF}"/>
    <pc:docChg chg="custSel addSld modSld sldOrd">
      <pc:chgData name="sujit mallick" userId="f39e92d6e254b8de" providerId="LiveId" clId="{E19694F9-1E39-485E-B80A-635EAAC21EAF}" dt="2025-11-02T14:06:16.727" v="319"/>
      <pc:docMkLst>
        <pc:docMk/>
      </pc:docMkLst>
      <pc:sldChg chg="modSp add mod ord">
        <pc:chgData name="sujit mallick" userId="f39e92d6e254b8de" providerId="LiveId" clId="{E19694F9-1E39-485E-B80A-635EAAC21EAF}" dt="2025-11-02T14:02:05.408" v="4" actId="20577"/>
        <pc:sldMkLst>
          <pc:docMk/>
          <pc:sldMk cId="1999850870" sldId="260"/>
        </pc:sldMkLst>
        <pc:spChg chg="mod">
          <ac:chgData name="sujit mallick" userId="f39e92d6e254b8de" providerId="LiveId" clId="{E19694F9-1E39-485E-B80A-635EAAC21EAF}" dt="2025-11-02T14:02:05.408" v="4" actId="20577"/>
          <ac:spMkLst>
            <pc:docMk/>
            <pc:sldMk cId="1999850870" sldId="260"/>
            <ac:spMk id="3" creationId="{BFC2CE46-8B4C-4408-8F5F-E0018CA1C3E8}"/>
          </ac:spMkLst>
        </pc:spChg>
      </pc:sldChg>
      <pc:sldChg chg="modSp add mod ord">
        <pc:chgData name="sujit mallick" userId="f39e92d6e254b8de" providerId="LiveId" clId="{E19694F9-1E39-485E-B80A-635EAAC21EAF}" dt="2025-11-02T14:03:50.397" v="105" actId="20577"/>
        <pc:sldMkLst>
          <pc:docMk/>
          <pc:sldMk cId="1333007594" sldId="261"/>
        </pc:sldMkLst>
        <pc:spChg chg="mod">
          <ac:chgData name="sujit mallick" userId="f39e92d6e254b8de" providerId="LiveId" clId="{E19694F9-1E39-485E-B80A-635EAAC21EAF}" dt="2025-11-02T14:03:19.924" v="55" actId="20577"/>
          <ac:spMkLst>
            <pc:docMk/>
            <pc:sldMk cId="1333007594" sldId="261"/>
            <ac:spMk id="10" creationId="{54B51DA3-1DD7-44BB-9917-2AED74D7BE26}"/>
          </ac:spMkLst>
        </pc:spChg>
        <pc:spChg chg="mod">
          <ac:chgData name="sujit mallick" userId="f39e92d6e254b8de" providerId="LiveId" clId="{E19694F9-1E39-485E-B80A-635EAAC21EAF}" dt="2025-11-02T14:03:50.397" v="105" actId="20577"/>
          <ac:spMkLst>
            <pc:docMk/>
            <pc:sldMk cId="1333007594" sldId="261"/>
            <ac:spMk id="12" creationId="{00277012-6EDC-48FB-8FC9-49F358B3CC24}"/>
          </ac:spMkLst>
        </pc:spChg>
      </pc:sldChg>
      <pc:sldChg chg="modSp add mod ord replId">
        <pc:chgData name="sujit mallick" userId="f39e92d6e254b8de" providerId="LiveId" clId="{E19694F9-1E39-485E-B80A-635EAAC21EAF}" dt="2025-11-02T14:06:16.727" v="319"/>
        <pc:sldMkLst>
          <pc:docMk/>
          <pc:sldMk cId="422071063" sldId="262"/>
        </pc:sldMkLst>
        <pc:spChg chg="mod">
          <ac:chgData name="sujit mallick" userId="f39e92d6e254b8de" providerId="LiveId" clId="{E19694F9-1E39-485E-B80A-635EAAC21EAF}" dt="2025-11-02T14:06:02.226" v="313" actId="20577"/>
          <ac:spMkLst>
            <pc:docMk/>
            <pc:sldMk cId="422071063" sldId="262"/>
            <ac:spMk id="10" creationId="{54B51DA3-1DD7-44BB-9917-2AED74D7BE26}"/>
          </ac:spMkLst>
        </pc:spChg>
        <pc:spChg chg="mod">
          <ac:chgData name="sujit mallick" userId="f39e92d6e254b8de" providerId="LiveId" clId="{E19694F9-1E39-485E-B80A-635EAAC21EAF}" dt="2025-11-02T14:06:16.727" v="319"/>
          <ac:spMkLst>
            <pc:docMk/>
            <pc:sldMk cId="422071063" sldId="262"/>
            <ac:spMk id="12" creationId="{00277012-6EDC-48FB-8FC9-49F358B3CC24}"/>
          </ac:spMkLst>
        </pc:spChg>
      </pc:sldChg>
    </pc:docChg>
  </pc:docChgLst>
  <pc:docChgLst>
    <pc:chgData name="sujit mallick" userId="f39e92d6e254b8de" providerId="LiveId" clId="{84194124-3181-4F67-ABF8-417C194F69B9}"/>
    <pc:docChg chg="custSel addSld delSld modSld">
      <pc:chgData name="sujit mallick" userId="f39e92d6e254b8de" providerId="LiveId" clId="{84194124-3181-4F67-ABF8-417C194F69B9}" dt="2025-08-24T15:30:41.486" v="793" actId="20577"/>
      <pc:docMkLst>
        <pc:docMk/>
      </pc:docMkLst>
      <pc:sldChg chg="modSp new mod">
        <pc:chgData name="sujit mallick" userId="f39e92d6e254b8de" providerId="LiveId" clId="{84194124-3181-4F67-ABF8-417C194F69B9}" dt="2025-08-24T15:08:50.773" v="31" actId="1076"/>
        <pc:sldMkLst>
          <pc:docMk/>
          <pc:sldMk cId="2137303445" sldId="256"/>
        </pc:sldMkLst>
        <pc:spChg chg="mod">
          <ac:chgData name="sujit mallick" userId="f39e92d6e254b8de" providerId="LiveId" clId="{84194124-3181-4F67-ABF8-417C194F69B9}" dt="2025-08-24T15:08:50.773" v="31" actId="1076"/>
          <ac:spMkLst>
            <pc:docMk/>
            <pc:sldMk cId="2137303445" sldId="256"/>
            <ac:spMk id="2" creationId="{A5E9F853-5825-412F-BCB8-3FF99A514E6E}"/>
          </ac:spMkLst>
        </pc:spChg>
        <pc:spChg chg="mod">
          <ac:chgData name="sujit mallick" userId="f39e92d6e254b8de" providerId="LiveId" clId="{84194124-3181-4F67-ABF8-417C194F69B9}" dt="2025-08-24T15:08:33.169" v="27" actId="20577"/>
          <ac:spMkLst>
            <pc:docMk/>
            <pc:sldMk cId="2137303445" sldId="256"/>
            <ac:spMk id="3" creationId="{BFC2CE46-8B4C-4408-8F5F-E0018CA1C3E8}"/>
          </ac:spMkLst>
        </pc:spChg>
      </pc:sldChg>
      <pc:sldChg chg="addSp delSp modSp new mod">
        <pc:chgData name="sujit mallick" userId="f39e92d6e254b8de" providerId="LiveId" clId="{84194124-3181-4F67-ABF8-417C194F69B9}" dt="2025-08-24T15:20:31.306" v="340" actId="20577"/>
        <pc:sldMkLst>
          <pc:docMk/>
          <pc:sldMk cId="3622420482" sldId="257"/>
        </pc:sldMkLst>
        <pc:spChg chg="del">
          <ac:chgData name="sujit mallick" userId="f39e92d6e254b8de" providerId="LiveId" clId="{84194124-3181-4F67-ABF8-417C194F69B9}" dt="2025-08-24T15:08:16.684" v="2" actId="478"/>
          <ac:spMkLst>
            <pc:docMk/>
            <pc:sldMk cId="3622420482" sldId="257"/>
            <ac:spMk id="2" creationId="{CAC421D7-EDD3-4818-B148-CDA0CC693585}"/>
          </ac:spMkLst>
        </pc:spChg>
        <pc:spChg chg="del">
          <ac:chgData name="sujit mallick" userId="f39e92d6e254b8de" providerId="LiveId" clId="{84194124-3181-4F67-ABF8-417C194F69B9}" dt="2025-08-24T15:08:19.211" v="3" actId="478"/>
          <ac:spMkLst>
            <pc:docMk/>
            <pc:sldMk cId="3622420482" sldId="257"/>
            <ac:spMk id="3" creationId="{78A40FFE-FA5F-4C7C-9880-0B41B09492E6}"/>
          </ac:spMkLst>
        </pc:spChg>
        <pc:spChg chg="add mod">
          <ac:chgData name="sujit mallick" userId="f39e92d6e254b8de" providerId="LiveId" clId="{84194124-3181-4F67-ABF8-417C194F69B9}" dt="2025-08-24T15:13:02.888" v="61" actId="1076"/>
          <ac:spMkLst>
            <pc:docMk/>
            <pc:sldMk cId="3622420482" sldId="257"/>
            <ac:spMk id="4" creationId="{48DA6D2D-A049-4279-9C5D-C528C8729CDE}"/>
          </ac:spMkLst>
        </pc:spChg>
        <pc:spChg chg="add mod">
          <ac:chgData name="sujit mallick" userId="f39e92d6e254b8de" providerId="LiveId" clId="{84194124-3181-4F67-ABF8-417C194F69B9}" dt="2025-08-24T15:12:03.299" v="36" actId="14100"/>
          <ac:spMkLst>
            <pc:docMk/>
            <pc:sldMk cId="3622420482" sldId="257"/>
            <ac:spMk id="5" creationId="{34CBB2CC-7956-46EA-A44A-42A40FC76BD5}"/>
          </ac:spMkLst>
        </pc:spChg>
        <pc:spChg chg="add mod">
          <ac:chgData name="sujit mallick" userId="f39e92d6e254b8de" providerId="LiveId" clId="{84194124-3181-4F67-ABF8-417C194F69B9}" dt="2025-08-24T15:14:00.397" v="130" actId="255"/>
          <ac:spMkLst>
            <pc:docMk/>
            <pc:sldMk cId="3622420482" sldId="257"/>
            <ac:spMk id="6" creationId="{981258FC-F063-48A0-BF0E-1CFE1201BB39}"/>
          </ac:spMkLst>
        </pc:spChg>
        <pc:spChg chg="add mod">
          <ac:chgData name="sujit mallick" userId="f39e92d6e254b8de" providerId="LiveId" clId="{84194124-3181-4F67-ABF8-417C194F69B9}" dt="2025-08-24T15:15:02.739" v="173" actId="14100"/>
          <ac:spMkLst>
            <pc:docMk/>
            <pc:sldMk cId="3622420482" sldId="257"/>
            <ac:spMk id="7" creationId="{B5F3164B-B23D-4FCC-AA6C-8A3036EE3A89}"/>
          </ac:spMkLst>
        </pc:spChg>
        <pc:spChg chg="add del mod">
          <ac:chgData name="sujit mallick" userId="f39e92d6e254b8de" providerId="LiveId" clId="{84194124-3181-4F67-ABF8-417C194F69B9}" dt="2025-08-24T15:15:13.857" v="175"/>
          <ac:spMkLst>
            <pc:docMk/>
            <pc:sldMk cId="3622420482" sldId="257"/>
            <ac:spMk id="8" creationId="{C125D88E-5612-45D7-9989-71A1EE4C009A}"/>
          </ac:spMkLst>
        </pc:spChg>
        <pc:spChg chg="add mod">
          <ac:chgData name="sujit mallick" userId="f39e92d6e254b8de" providerId="LiveId" clId="{84194124-3181-4F67-ABF8-417C194F69B9}" dt="2025-08-24T15:15:42.483" v="191" actId="1076"/>
          <ac:spMkLst>
            <pc:docMk/>
            <pc:sldMk cId="3622420482" sldId="257"/>
            <ac:spMk id="9" creationId="{2B8E2282-3F04-48F9-887E-F1EC49853E07}"/>
          </ac:spMkLst>
        </pc:spChg>
        <pc:spChg chg="add mod">
          <ac:chgData name="sujit mallick" userId="f39e92d6e254b8de" providerId="LiveId" clId="{84194124-3181-4F67-ABF8-417C194F69B9}" dt="2025-08-24T15:18:02.219" v="299" actId="20577"/>
          <ac:spMkLst>
            <pc:docMk/>
            <pc:sldMk cId="3622420482" sldId="257"/>
            <ac:spMk id="10" creationId="{54B51DA3-1DD7-44BB-9917-2AED74D7BE26}"/>
          </ac:spMkLst>
        </pc:spChg>
        <pc:spChg chg="add mod">
          <ac:chgData name="sujit mallick" userId="f39e92d6e254b8de" providerId="LiveId" clId="{84194124-3181-4F67-ABF8-417C194F69B9}" dt="2025-08-24T15:18:48.601" v="310" actId="113"/>
          <ac:spMkLst>
            <pc:docMk/>
            <pc:sldMk cId="3622420482" sldId="257"/>
            <ac:spMk id="11" creationId="{DF6660FE-4E7D-406C-AC2B-DF745D8BCF0A}"/>
          </ac:spMkLst>
        </pc:spChg>
        <pc:spChg chg="add mod">
          <ac:chgData name="sujit mallick" userId="f39e92d6e254b8de" providerId="LiveId" clId="{84194124-3181-4F67-ABF8-417C194F69B9}" dt="2025-08-24T15:19:00.809" v="312" actId="1076"/>
          <ac:spMkLst>
            <pc:docMk/>
            <pc:sldMk cId="3622420482" sldId="257"/>
            <ac:spMk id="12" creationId="{00277012-6EDC-48FB-8FC9-49F358B3CC24}"/>
          </ac:spMkLst>
        </pc:spChg>
        <pc:spChg chg="add mod">
          <ac:chgData name="sujit mallick" userId="f39e92d6e254b8de" providerId="LiveId" clId="{84194124-3181-4F67-ABF8-417C194F69B9}" dt="2025-08-24T15:19:07.731" v="325" actId="20577"/>
          <ac:spMkLst>
            <pc:docMk/>
            <pc:sldMk cId="3622420482" sldId="257"/>
            <ac:spMk id="13" creationId="{CCF3CDEB-7D7A-4D9D-A574-2100506EFD51}"/>
          </ac:spMkLst>
        </pc:spChg>
        <pc:spChg chg="add mod">
          <ac:chgData name="sujit mallick" userId="f39e92d6e254b8de" providerId="LiveId" clId="{84194124-3181-4F67-ABF8-417C194F69B9}" dt="2025-08-24T15:20:27.307" v="335" actId="20577"/>
          <ac:spMkLst>
            <pc:docMk/>
            <pc:sldMk cId="3622420482" sldId="257"/>
            <ac:spMk id="14" creationId="{4CDFE29D-0C85-4A2E-B40D-E5CAF8071187}"/>
          </ac:spMkLst>
        </pc:spChg>
        <pc:spChg chg="add mod">
          <ac:chgData name="sujit mallick" userId="f39e92d6e254b8de" providerId="LiveId" clId="{84194124-3181-4F67-ABF8-417C194F69B9}" dt="2025-08-24T15:20:31.306" v="340" actId="20577"/>
          <ac:spMkLst>
            <pc:docMk/>
            <pc:sldMk cId="3622420482" sldId="257"/>
            <ac:spMk id="15" creationId="{42DC13BF-44B3-4AA0-AAB3-151C23475B68}"/>
          </ac:spMkLst>
        </pc:spChg>
      </pc:sldChg>
      <pc:sldChg chg="add del">
        <pc:chgData name="sujit mallick" userId="f39e92d6e254b8de" providerId="LiveId" clId="{84194124-3181-4F67-ABF8-417C194F69B9}" dt="2025-08-24T15:20:04.627" v="327" actId="2696"/>
        <pc:sldMkLst>
          <pc:docMk/>
          <pc:sldMk cId="1497537570" sldId="258"/>
        </pc:sldMkLst>
      </pc:sldChg>
      <pc:sldChg chg="modSp add mod">
        <pc:chgData name="sujit mallick" userId="f39e92d6e254b8de" providerId="LiveId" clId="{84194124-3181-4F67-ABF8-417C194F69B9}" dt="2025-08-24T15:30:41.486" v="793" actId="20577"/>
        <pc:sldMkLst>
          <pc:docMk/>
          <pc:sldMk cId="2970905618" sldId="258"/>
        </pc:sldMkLst>
        <pc:spChg chg="mod">
          <ac:chgData name="sujit mallick" userId="f39e92d6e254b8de" providerId="LiveId" clId="{84194124-3181-4F67-ABF8-417C194F69B9}" dt="2025-08-24T15:30:16.250" v="760" actId="20577"/>
          <ac:spMkLst>
            <pc:docMk/>
            <pc:sldMk cId="2970905618" sldId="258"/>
            <ac:spMk id="10" creationId="{54B51DA3-1DD7-44BB-9917-2AED74D7BE26}"/>
          </ac:spMkLst>
        </pc:spChg>
        <pc:spChg chg="mod">
          <ac:chgData name="sujit mallick" userId="f39e92d6e254b8de" providerId="LiveId" clId="{84194124-3181-4F67-ABF8-417C194F69B9}" dt="2025-08-24T15:30:41.486" v="793" actId="20577"/>
          <ac:spMkLst>
            <pc:docMk/>
            <pc:sldMk cId="2970905618" sldId="258"/>
            <ac:spMk id="12" creationId="{00277012-6EDC-48FB-8FC9-49F358B3CC24}"/>
          </ac:spMkLst>
        </pc:spChg>
      </pc:sldChg>
      <pc:sldChg chg="addSp delSp modSp new mod">
        <pc:chgData name="sujit mallick" userId="f39e92d6e254b8de" providerId="LiveId" clId="{84194124-3181-4F67-ABF8-417C194F69B9}" dt="2025-08-24T15:29:02.587" v="721" actId="113"/>
        <pc:sldMkLst>
          <pc:docMk/>
          <pc:sldMk cId="2908448451" sldId="259"/>
        </pc:sldMkLst>
        <pc:spChg chg="del">
          <ac:chgData name="sujit mallick" userId="f39e92d6e254b8de" providerId="LiveId" clId="{84194124-3181-4F67-ABF8-417C194F69B9}" dt="2025-08-24T15:22:31.170" v="417" actId="478"/>
          <ac:spMkLst>
            <pc:docMk/>
            <pc:sldMk cId="2908448451" sldId="259"/>
            <ac:spMk id="2" creationId="{EF45CDC1-3E53-4A05-9D14-5B8137F8EB57}"/>
          </ac:spMkLst>
        </pc:spChg>
        <pc:spChg chg="del">
          <ac:chgData name="sujit mallick" userId="f39e92d6e254b8de" providerId="LiveId" clId="{84194124-3181-4F67-ABF8-417C194F69B9}" dt="2025-08-24T15:22:35.515" v="418" actId="478"/>
          <ac:spMkLst>
            <pc:docMk/>
            <pc:sldMk cId="2908448451" sldId="259"/>
            <ac:spMk id="3" creationId="{CADB78DE-CB48-49CF-B375-E24B8CF0E1EC}"/>
          </ac:spMkLst>
        </pc:spChg>
        <pc:spChg chg="add mod">
          <ac:chgData name="sujit mallick" userId="f39e92d6e254b8de" providerId="LiveId" clId="{84194124-3181-4F67-ABF8-417C194F69B9}" dt="2025-08-24T15:29:02.587" v="721" actId="113"/>
          <ac:spMkLst>
            <pc:docMk/>
            <pc:sldMk cId="2908448451" sldId="259"/>
            <ac:spMk id="4" creationId="{BF015083-B177-48E0-8100-BFAEFCCA92A6}"/>
          </ac:spMkLst>
        </pc:spChg>
      </pc:sldChg>
      <pc:sldMasterChg chg="addSldLayout">
        <pc:chgData name="sujit mallick" userId="f39e92d6e254b8de" providerId="LiveId" clId="{84194124-3181-4F67-ABF8-417C194F69B9}" dt="2025-08-24T15:08:09.105" v="0" actId="680"/>
        <pc:sldMasterMkLst>
          <pc:docMk/>
          <pc:sldMasterMk cId="3708346664" sldId="2147483648"/>
        </pc:sldMasterMkLst>
        <pc:sldLayoutChg chg="add">
          <pc:chgData name="sujit mallick" userId="f39e92d6e254b8de" providerId="LiveId" clId="{84194124-3181-4F67-ABF8-417C194F69B9}" dt="2025-08-24T15:08:09.105" v="0" actId="680"/>
          <pc:sldLayoutMkLst>
            <pc:docMk/>
            <pc:sldMasterMk cId="3708346664" sldId="2147483648"/>
            <pc:sldLayoutMk cId="341435673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9876-62C7-4D3D-BAD2-B8A336144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2C842-E978-43C4-B68F-8604BDD47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5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34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F853-5825-412F-BCB8-3FF99A514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544294"/>
            <a:ext cx="9144000" cy="2387600"/>
          </a:xfrm>
        </p:spPr>
        <p:txBody>
          <a:bodyPr/>
          <a:lstStyle/>
          <a:p>
            <a:r>
              <a:rPr lang="en-IN" b="1" dirty="0"/>
              <a:t>Freight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CE46-8B4C-4408-8F5F-E0018CA1C3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Phase - 1</a:t>
            </a:r>
          </a:p>
        </p:txBody>
      </p:sp>
    </p:spTree>
    <p:extLst>
      <p:ext uri="{BB962C8B-B14F-4D97-AF65-F5344CB8AC3E}">
        <p14:creationId xmlns:p14="http://schemas.microsoft.com/office/powerpoint/2010/main" val="213730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DA6D2D-A049-4279-9C5D-C528C8729CDE}"/>
              </a:ext>
            </a:extLst>
          </p:cNvPr>
          <p:cNvSpPr/>
          <p:nvPr/>
        </p:nvSpPr>
        <p:spPr>
          <a:xfrm>
            <a:off x="0" y="1061545"/>
            <a:ext cx="3058510" cy="5880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BB2CC-7956-46EA-A44A-42A40FC76BD5}"/>
              </a:ext>
            </a:extLst>
          </p:cNvPr>
          <p:cNvSpPr/>
          <p:nvPr/>
        </p:nvSpPr>
        <p:spPr>
          <a:xfrm>
            <a:off x="3058510" y="0"/>
            <a:ext cx="9133490" cy="977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258FC-F063-48A0-BF0E-1CFE1201BB39}"/>
              </a:ext>
            </a:extLst>
          </p:cNvPr>
          <p:cNvSpPr txBox="1"/>
          <p:nvPr/>
        </p:nvSpPr>
        <p:spPr>
          <a:xfrm>
            <a:off x="105104" y="0"/>
            <a:ext cx="2659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 Availability – </a:t>
            </a:r>
          </a:p>
          <a:p>
            <a:r>
              <a:rPr lang="en-IN" sz="1600" dirty="0"/>
              <a:t>Min of freight budget date to Max of freight budget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3164B-B23D-4FCC-AA6C-8A3036EE3A89}"/>
              </a:ext>
            </a:extLst>
          </p:cNvPr>
          <p:cNvSpPr/>
          <p:nvPr/>
        </p:nvSpPr>
        <p:spPr>
          <a:xfrm>
            <a:off x="378372" y="2280745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FY Month Slicer – Apr 22</a:t>
            </a:r>
          </a:p>
          <a:p>
            <a:pPr algn="ctr"/>
            <a:r>
              <a:rPr lang="en-IN" dirty="0"/>
              <a:t>Apr 23 etc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8E2282-3F04-48F9-887E-F1EC49853E07}"/>
              </a:ext>
            </a:extLst>
          </p:cNvPr>
          <p:cNvSpPr/>
          <p:nvPr/>
        </p:nvSpPr>
        <p:spPr>
          <a:xfrm>
            <a:off x="378372" y="4001814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Entity Slicer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51DA3-1DD7-44BB-9917-2AED74D7BE26}"/>
              </a:ext>
            </a:extLst>
          </p:cNvPr>
          <p:cNvSpPr/>
          <p:nvPr/>
        </p:nvSpPr>
        <p:spPr>
          <a:xfrm>
            <a:off x="3815255" y="1639614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Matrix visual</a:t>
            </a:r>
          </a:p>
          <a:p>
            <a:pPr algn="ctr"/>
            <a:r>
              <a:rPr lang="en-IN" dirty="0"/>
              <a:t>Rows – Entity</a:t>
            </a:r>
          </a:p>
          <a:p>
            <a:pPr algn="ctr"/>
            <a:r>
              <a:rPr lang="en-IN" dirty="0"/>
              <a:t>Columns – FY Month</a:t>
            </a:r>
          </a:p>
          <a:p>
            <a:pPr algn="ctr"/>
            <a:r>
              <a:rPr lang="en-IN" dirty="0"/>
              <a:t>Values – Sales, Freight, Freight%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660FE-4E7D-406C-AC2B-DF745D8BCF0A}"/>
              </a:ext>
            </a:extLst>
          </p:cNvPr>
          <p:cNvSpPr txBox="1"/>
          <p:nvPr/>
        </p:nvSpPr>
        <p:spPr>
          <a:xfrm>
            <a:off x="6821214" y="1219200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Actuals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77012-6EDC-48FB-8FC9-49F358B3CC24}"/>
              </a:ext>
            </a:extLst>
          </p:cNvPr>
          <p:cNvSpPr/>
          <p:nvPr/>
        </p:nvSpPr>
        <p:spPr>
          <a:xfrm>
            <a:off x="3815255" y="4319752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Matrix visual</a:t>
            </a:r>
          </a:p>
          <a:p>
            <a:pPr algn="ctr"/>
            <a:r>
              <a:rPr lang="en-IN" dirty="0"/>
              <a:t>Rows – Entity</a:t>
            </a:r>
          </a:p>
          <a:p>
            <a:pPr algn="ctr"/>
            <a:r>
              <a:rPr lang="en-IN" dirty="0"/>
              <a:t>Columns – FY Month</a:t>
            </a:r>
          </a:p>
          <a:p>
            <a:pPr algn="ctr"/>
            <a:r>
              <a:rPr lang="en-IN" dirty="0"/>
              <a:t>Values – Sales, Freight, Freight%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3CDEB-7D7A-4D9D-A574-2100506EFD51}"/>
              </a:ext>
            </a:extLst>
          </p:cNvPr>
          <p:cNvSpPr txBox="1"/>
          <p:nvPr/>
        </p:nvSpPr>
        <p:spPr>
          <a:xfrm>
            <a:off x="6821214" y="3899338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Budget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DFE29D-0C85-4A2E-B40D-E5CAF8071187}"/>
              </a:ext>
            </a:extLst>
          </p:cNvPr>
          <p:cNvSpPr/>
          <p:nvPr/>
        </p:nvSpPr>
        <p:spPr>
          <a:xfrm>
            <a:off x="9732579" y="1219200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DC13BF-44B3-4AA0-AAB3-151C23475B68}"/>
              </a:ext>
            </a:extLst>
          </p:cNvPr>
          <p:cNvSpPr/>
          <p:nvPr/>
        </p:nvSpPr>
        <p:spPr>
          <a:xfrm>
            <a:off x="10849304" y="1210913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362242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DA6D2D-A049-4279-9C5D-C528C8729CDE}"/>
              </a:ext>
            </a:extLst>
          </p:cNvPr>
          <p:cNvSpPr/>
          <p:nvPr/>
        </p:nvSpPr>
        <p:spPr>
          <a:xfrm>
            <a:off x="0" y="1061545"/>
            <a:ext cx="3058510" cy="5880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BB2CC-7956-46EA-A44A-42A40FC76BD5}"/>
              </a:ext>
            </a:extLst>
          </p:cNvPr>
          <p:cNvSpPr/>
          <p:nvPr/>
        </p:nvSpPr>
        <p:spPr>
          <a:xfrm>
            <a:off x="3058510" y="0"/>
            <a:ext cx="9133490" cy="977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258FC-F063-48A0-BF0E-1CFE1201BB39}"/>
              </a:ext>
            </a:extLst>
          </p:cNvPr>
          <p:cNvSpPr txBox="1"/>
          <p:nvPr/>
        </p:nvSpPr>
        <p:spPr>
          <a:xfrm>
            <a:off x="105104" y="0"/>
            <a:ext cx="2659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 Availability – </a:t>
            </a:r>
          </a:p>
          <a:p>
            <a:r>
              <a:rPr lang="en-IN" sz="1600" dirty="0"/>
              <a:t>Min of freight budget date to Max of freight budget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3164B-B23D-4FCC-AA6C-8A3036EE3A89}"/>
              </a:ext>
            </a:extLst>
          </p:cNvPr>
          <p:cNvSpPr/>
          <p:nvPr/>
        </p:nvSpPr>
        <p:spPr>
          <a:xfrm>
            <a:off x="378372" y="2280745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FY Month Slicer – Apr 22</a:t>
            </a:r>
          </a:p>
          <a:p>
            <a:pPr algn="ctr"/>
            <a:r>
              <a:rPr lang="en-IN" dirty="0"/>
              <a:t>Apr 23 etc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8E2282-3F04-48F9-887E-F1EC49853E07}"/>
              </a:ext>
            </a:extLst>
          </p:cNvPr>
          <p:cNvSpPr/>
          <p:nvPr/>
        </p:nvSpPr>
        <p:spPr>
          <a:xfrm>
            <a:off x="378372" y="4001814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Entity Slicer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51DA3-1DD7-44BB-9917-2AED74D7BE26}"/>
              </a:ext>
            </a:extLst>
          </p:cNvPr>
          <p:cNvSpPr/>
          <p:nvPr/>
        </p:nvSpPr>
        <p:spPr>
          <a:xfrm>
            <a:off x="3815255" y="1639614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 chart</a:t>
            </a:r>
          </a:p>
          <a:p>
            <a:pPr algn="ctr"/>
            <a:r>
              <a:rPr lang="en-IN" dirty="0"/>
              <a:t> Dim - FY Month</a:t>
            </a:r>
          </a:p>
          <a:p>
            <a:pPr algn="ctr"/>
            <a:r>
              <a:rPr lang="en-IN" dirty="0"/>
              <a:t>Fact – Sales, Freight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660FE-4E7D-406C-AC2B-DF745D8BCF0A}"/>
              </a:ext>
            </a:extLst>
          </p:cNvPr>
          <p:cNvSpPr txBox="1"/>
          <p:nvPr/>
        </p:nvSpPr>
        <p:spPr>
          <a:xfrm>
            <a:off x="6821214" y="1219200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Actuals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77012-6EDC-48FB-8FC9-49F358B3CC24}"/>
              </a:ext>
            </a:extLst>
          </p:cNvPr>
          <p:cNvSpPr/>
          <p:nvPr/>
        </p:nvSpPr>
        <p:spPr>
          <a:xfrm>
            <a:off x="3815255" y="4319752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Line chart</a:t>
            </a:r>
          </a:p>
          <a:p>
            <a:pPr algn="ctr"/>
            <a:r>
              <a:rPr lang="en-IN" dirty="0"/>
              <a:t>Dim – FY Month</a:t>
            </a:r>
          </a:p>
          <a:p>
            <a:pPr algn="ctr"/>
            <a:r>
              <a:rPr lang="en-IN" dirty="0"/>
              <a:t>Fact – Sales, Freight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3CDEB-7D7A-4D9D-A574-2100506EFD51}"/>
              </a:ext>
            </a:extLst>
          </p:cNvPr>
          <p:cNvSpPr txBox="1"/>
          <p:nvPr/>
        </p:nvSpPr>
        <p:spPr>
          <a:xfrm>
            <a:off x="6821214" y="3899338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Budget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DFE29D-0C85-4A2E-B40D-E5CAF8071187}"/>
              </a:ext>
            </a:extLst>
          </p:cNvPr>
          <p:cNvSpPr/>
          <p:nvPr/>
        </p:nvSpPr>
        <p:spPr>
          <a:xfrm>
            <a:off x="9732579" y="1219200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DC13BF-44B3-4AA0-AAB3-151C23475B68}"/>
              </a:ext>
            </a:extLst>
          </p:cNvPr>
          <p:cNvSpPr/>
          <p:nvPr/>
        </p:nvSpPr>
        <p:spPr>
          <a:xfrm>
            <a:off x="10849304" y="1210913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97090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015083-B177-48E0-8100-BFAEFCCA92A6}"/>
              </a:ext>
            </a:extLst>
          </p:cNvPr>
          <p:cNvSpPr txBox="1"/>
          <p:nvPr/>
        </p:nvSpPr>
        <p:spPr>
          <a:xfrm>
            <a:off x="294290" y="178676"/>
            <a:ext cx="116559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Formulas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Fact master new table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Sales = sum of Value in INR </a:t>
            </a:r>
            <a:r>
              <a:rPr lang="en-IN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dirty="0">
                <a:latin typeface="+mj-lt"/>
              </a:rPr>
              <a:t>Convert into crores</a:t>
            </a:r>
          </a:p>
          <a:p>
            <a:r>
              <a:rPr lang="en-IN" dirty="0">
                <a:latin typeface="+mj-lt"/>
              </a:rPr>
              <a:t>Freight = sum of </a:t>
            </a: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Total Amount (C&amp;F + Freight</a:t>
            </a:r>
            <a:r>
              <a:rPr lang="en-IN" b="0" dirty="0">
                <a:solidFill>
                  <a:srgbClr val="000000"/>
                </a:solidFill>
                <a:effectLst/>
                <a:latin typeface="+mj-lt"/>
              </a:rPr>
              <a:t>) -</a:t>
            </a:r>
            <a:r>
              <a:rPr lang="en-IN" b="0" dirty="0">
                <a:solidFill>
                  <a:srgbClr val="000000"/>
                </a:solidFill>
                <a:effectLst/>
                <a:latin typeface="+mj-lt"/>
                <a:sym typeface="Wingdings" panose="05000000000000000000" pitchFamily="2" charset="2"/>
              </a:rPr>
              <a:t> convert to crores</a:t>
            </a:r>
          </a:p>
          <a:p>
            <a:r>
              <a:rPr lang="en-IN" dirty="0">
                <a:solidFill>
                  <a:srgbClr val="000000"/>
                </a:solidFill>
                <a:latin typeface="+mj-lt"/>
                <a:sym typeface="Wingdings" panose="05000000000000000000" pitchFamily="2" charset="2"/>
              </a:rPr>
              <a:t>Freight % = Freight / Sales</a:t>
            </a:r>
          </a:p>
          <a:p>
            <a:endParaRPr lang="en-IN" b="0" dirty="0">
              <a:solidFill>
                <a:srgbClr val="000000"/>
              </a:solidFill>
              <a:effectLst/>
              <a:latin typeface="+mj-lt"/>
              <a:sym typeface="Wingdings" panose="05000000000000000000" pitchFamily="2" charset="2"/>
            </a:endParaRPr>
          </a:p>
          <a:p>
            <a:r>
              <a:rPr lang="en-IN" dirty="0">
                <a:latin typeface="+mj-lt"/>
              </a:rPr>
              <a:t>Fact Budget sales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Sales = sum of budget sales </a:t>
            </a:r>
            <a:r>
              <a:rPr lang="en-IN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dirty="0">
                <a:latin typeface="+mj-lt"/>
              </a:rPr>
              <a:t>Convert into crores</a:t>
            </a:r>
          </a:p>
          <a:p>
            <a:r>
              <a:rPr lang="en-IN" dirty="0">
                <a:latin typeface="+mj-lt"/>
              </a:rPr>
              <a:t>Freight = sum of </a:t>
            </a: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Freight</a:t>
            </a:r>
            <a:r>
              <a:rPr lang="en-IN" b="0" dirty="0">
                <a:solidFill>
                  <a:srgbClr val="000000"/>
                </a:solidFill>
                <a:effectLst/>
                <a:latin typeface="+mj-lt"/>
              </a:rPr>
              <a:t> -</a:t>
            </a:r>
            <a:r>
              <a:rPr lang="en-IN" b="0" dirty="0">
                <a:solidFill>
                  <a:srgbClr val="000000"/>
                </a:solidFill>
                <a:effectLst/>
                <a:latin typeface="+mj-lt"/>
                <a:sym typeface="Wingdings" panose="05000000000000000000" pitchFamily="2" charset="2"/>
              </a:rPr>
              <a:t> convert to crores</a:t>
            </a:r>
          </a:p>
          <a:p>
            <a:r>
              <a:rPr lang="en-IN" dirty="0">
                <a:solidFill>
                  <a:srgbClr val="000000"/>
                </a:solidFill>
                <a:latin typeface="+mj-lt"/>
                <a:sym typeface="Wingdings" panose="05000000000000000000" pitchFamily="2" charset="2"/>
              </a:rPr>
              <a:t>Freight % = Freight / Sales</a:t>
            </a:r>
          </a:p>
          <a:p>
            <a:endParaRPr lang="en-IN" b="0" dirty="0">
              <a:solidFill>
                <a:srgbClr val="000000"/>
              </a:solidFill>
              <a:effectLst/>
              <a:latin typeface="+mj-lt"/>
              <a:sym typeface="Wingdings" panose="05000000000000000000" pitchFamily="2" charset="2"/>
            </a:endParaRPr>
          </a:p>
          <a:p>
            <a:endParaRPr lang="en-IN" dirty="0">
              <a:solidFill>
                <a:srgbClr val="000000"/>
              </a:solidFill>
              <a:latin typeface="+mj-lt"/>
              <a:sym typeface="Wingdings" panose="05000000000000000000" pitchFamily="2" charset="2"/>
            </a:endParaRPr>
          </a:p>
          <a:p>
            <a:r>
              <a:rPr lang="en-IN" b="1" dirty="0">
                <a:solidFill>
                  <a:srgbClr val="000000"/>
                </a:solidFill>
                <a:effectLst/>
                <a:latin typeface="+mj-lt"/>
                <a:sym typeface="Wingdings" panose="05000000000000000000" pitchFamily="2" charset="2"/>
              </a:rPr>
              <a:t>** Financial year starts from April</a:t>
            </a:r>
            <a:endParaRPr lang="en-US" b="1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8448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F853-5825-412F-BCB8-3FF99A514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544294"/>
            <a:ext cx="9144000" cy="2387600"/>
          </a:xfrm>
        </p:spPr>
        <p:txBody>
          <a:bodyPr/>
          <a:lstStyle/>
          <a:p>
            <a:r>
              <a:rPr lang="en-IN" b="1" dirty="0"/>
              <a:t>Freight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CE46-8B4C-4408-8F5F-E0018CA1C3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Phase - 2</a:t>
            </a:r>
          </a:p>
        </p:txBody>
      </p:sp>
    </p:spTree>
    <p:extLst>
      <p:ext uri="{BB962C8B-B14F-4D97-AF65-F5344CB8AC3E}">
        <p14:creationId xmlns:p14="http://schemas.microsoft.com/office/powerpoint/2010/main" val="199985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DA6D2D-A049-4279-9C5D-C528C8729CDE}"/>
              </a:ext>
            </a:extLst>
          </p:cNvPr>
          <p:cNvSpPr/>
          <p:nvPr/>
        </p:nvSpPr>
        <p:spPr>
          <a:xfrm>
            <a:off x="0" y="1061545"/>
            <a:ext cx="3058510" cy="5880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BB2CC-7956-46EA-A44A-42A40FC76BD5}"/>
              </a:ext>
            </a:extLst>
          </p:cNvPr>
          <p:cNvSpPr/>
          <p:nvPr/>
        </p:nvSpPr>
        <p:spPr>
          <a:xfrm>
            <a:off x="3058510" y="0"/>
            <a:ext cx="9133490" cy="977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258FC-F063-48A0-BF0E-1CFE1201BB39}"/>
              </a:ext>
            </a:extLst>
          </p:cNvPr>
          <p:cNvSpPr txBox="1"/>
          <p:nvPr/>
        </p:nvSpPr>
        <p:spPr>
          <a:xfrm>
            <a:off x="105104" y="0"/>
            <a:ext cx="2659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 Availability – </a:t>
            </a:r>
          </a:p>
          <a:p>
            <a:r>
              <a:rPr lang="en-IN" sz="1600" dirty="0"/>
              <a:t>Min of freight budget date to Max of freight budget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3164B-B23D-4FCC-AA6C-8A3036EE3A89}"/>
              </a:ext>
            </a:extLst>
          </p:cNvPr>
          <p:cNvSpPr/>
          <p:nvPr/>
        </p:nvSpPr>
        <p:spPr>
          <a:xfrm>
            <a:off x="378372" y="2280745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FY Month Slicer – Apr 22</a:t>
            </a:r>
          </a:p>
          <a:p>
            <a:pPr algn="ctr"/>
            <a:r>
              <a:rPr lang="en-IN" dirty="0"/>
              <a:t>Apr 23 etc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8E2282-3F04-48F9-887E-F1EC49853E07}"/>
              </a:ext>
            </a:extLst>
          </p:cNvPr>
          <p:cNvSpPr/>
          <p:nvPr/>
        </p:nvSpPr>
        <p:spPr>
          <a:xfrm>
            <a:off x="378372" y="4001814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Entity Slicer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51DA3-1DD7-44BB-9917-2AED74D7BE26}"/>
              </a:ext>
            </a:extLst>
          </p:cNvPr>
          <p:cNvSpPr/>
          <p:nvPr/>
        </p:nvSpPr>
        <p:spPr>
          <a:xfrm>
            <a:off x="3815255" y="1639614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Matrix visual</a:t>
            </a:r>
          </a:p>
          <a:p>
            <a:pPr algn="ctr"/>
            <a:r>
              <a:rPr lang="en-IN" dirty="0"/>
              <a:t>Rows – Week number</a:t>
            </a:r>
          </a:p>
          <a:p>
            <a:pPr algn="ctr"/>
            <a:r>
              <a:rPr lang="en-IN" dirty="0"/>
              <a:t>Columns – Unit</a:t>
            </a:r>
          </a:p>
          <a:p>
            <a:pPr algn="ctr"/>
            <a:r>
              <a:rPr lang="en-IN" dirty="0"/>
              <a:t>Values – Sales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660FE-4E7D-406C-AC2B-DF745D8BCF0A}"/>
              </a:ext>
            </a:extLst>
          </p:cNvPr>
          <p:cNvSpPr txBox="1"/>
          <p:nvPr/>
        </p:nvSpPr>
        <p:spPr>
          <a:xfrm>
            <a:off x="6821214" y="1219200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Actuals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77012-6EDC-48FB-8FC9-49F358B3CC24}"/>
              </a:ext>
            </a:extLst>
          </p:cNvPr>
          <p:cNvSpPr/>
          <p:nvPr/>
        </p:nvSpPr>
        <p:spPr>
          <a:xfrm>
            <a:off x="3815255" y="4319752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Matrix visual</a:t>
            </a:r>
          </a:p>
          <a:p>
            <a:pPr algn="ctr"/>
            <a:r>
              <a:rPr lang="en-IN" dirty="0"/>
              <a:t>Rows – Week number</a:t>
            </a:r>
          </a:p>
          <a:p>
            <a:pPr algn="ctr"/>
            <a:r>
              <a:rPr lang="en-IN" dirty="0"/>
              <a:t>Columns – Unit</a:t>
            </a:r>
          </a:p>
          <a:p>
            <a:pPr algn="ctr"/>
            <a:r>
              <a:rPr lang="en-IN" dirty="0"/>
              <a:t>Values – Sales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3CDEB-7D7A-4D9D-A574-2100506EFD51}"/>
              </a:ext>
            </a:extLst>
          </p:cNvPr>
          <p:cNvSpPr txBox="1"/>
          <p:nvPr/>
        </p:nvSpPr>
        <p:spPr>
          <a:xfrm>
            <a:off x="6821214" y="3899338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Budget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DFE29D-0C85-4A2E-B40D-E5CAF8071187}"/>
              </a:ext>
            </a:extLst>
          </p:cNvPr>
          <p:cNvSpPr/>
          <p:nvPr/>
        </p:nvSpPr>
        <p:spPr>
          <a:xfrm>
            <a:off x="9732579" y="1219200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DC13BF-44B3-4AA0-AAB3-151C23475B68}"/>
              </a:ext>
            </a:extLst>
          </p:cNvPr>
          <p:cNvSpPr/>
          <p:nvPr/>
        </p:nvSpPr>
        <p:spPr>
          <a:xfrm>
            <a:off x="10849304" y="1210913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133300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DA6D2D-A049-4279-9C5D-C528C8729CDE}"/>
              </a:ext>
            </a:extLst>
          </p:cNvPr>
          <p:cNvSpPr/>
          <p:nvPr/>
        </p:nvSpPr>
        <p:spPr>
          <a:xfrm>
            <a:off x="0" y="1061545"/>
            <a:ext cx="3058510" cy="5880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BB2CC-7956-46EA-A44A-42A40FC76BD5}"/>
              </a:ext>
            </a:extLst>
          </p:cNvPr>
          <p:cNvSpPr/>
          <p:nvPr/>
        </p:nvSpPr>
        <p:spPr>
          <a:xfrm>
            <a:off x="3058510" y="0"/>
            <a:ext cx="9133490" cy="977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258FC-F063-48A0-BF0E-1CFE1201BB39}"/>
              </a:ext>
            </a:extLst>
          </p:cNvPr>
          <p:cNvSpPr txBox="1"/>
          <p:nvPr/>
        </p:nvSpPr>
        <p:spPr>
          <a:xfrm>
            <a:off x="105104" y="0"/>
            <a:ext cx="2659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Data Availability – </a:t>
            </a:r>
          </a:p>
          <a:p>
            <a:r>
              <a:rPr lang="en-IN" sz="1600" dirty="0"/>
              <a:t>Min of freight budget date to Max of freight budget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3164B-B23D-4FCC-AA6C-8A3036EE3A89}"/>
              </a:ext>
            </a:extLst>
          </p:cNvPr>
          <p:cNvSpPr/>
          <p:nvPr/>
        </p:nvSpPr>
        <p:spPr>
          <a:xfrm>
            <a:off x="378372" y="2280745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FY Month Slicer – Apr 22</a:t>
            </a:r>
          </a:p>
          <a:p>
            <a:pPr algn="ctr"/>
            <a:r>
              <a:rPr lang="en-IN" dirty="0"/>
              <a:t>Apr 23 etc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8E2282-3F04-48F9-887E-F1EC49853E07}"/>
              </a:ext>
            </a:extLst>
          </p:cNvPr>
          <p:cNvSpPr/>
          <p:nvPr/>
        </p:nvSpPr>
        <p:spPr>
          <a:xfrm>
            <a:off x="378372" y="4001814"/>
            <a:ext cx="2133600" cy="9038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Entity Slicer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51DA3-1DD7-44BB-9917-2AED74D7BE26}"/>
              </a:ext>
            </a:extLst>
          </p:cNvPr>
          <p:cNvSpPr/>
          <p:nvPr/>
        </p:nvSpPr>
        <p:spPr>
          <a:xfrm>
            <a:off x="3815255" y="1639614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Stacked col chart</a:t>
            </a:r>
          </a:p>
          <a:p>
            <a:pPr algn="ctr"/>
            <a:r>
              <a:rPr lang="en-IN" dirty="0"/>
              <a:t> X axis – unit</a:t>
            </a:r>
          </a:p>
          <a:p>
            <a:pPr algn="ctr"/>
            <a:r>
              <a:rPr lang="en-IN" dirty="0"/>
              <a:t>Y axis - Sales</a:t>
            </a:r>
          </a:p>
          <a:p>
            <a:pPr algn="ctr"/>
            <a:r>
              <a:rPr lang="en-IN" dirty="0"/>
              <a:t>Each col should represent one week number ( all columns should </a:t>
            </a:r>
            <a:r>
              <a:rPr lang="en-IN" dirty="0" err="1"/>
              <a:t>hv</a:t>
            </a:r>
            <a:r>
              <a:rPr lang="en-IN" dirty="0"/>
              <a:t> different colours)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660FE-4E7D-406C-AC2B-DF745D8BCF0A}"/>
              </a:ext>
            </a:extLst>
          </p:cNvPr>
          <p:cNvSpPr txBox="1"/>
          <p:nvPr/>
        </p:nvSpPr>
        <p:spPr>
          <a:xfrm>
            <a:off x="6821214" y="1219200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Actuals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77012-6EDC-48FB-8FC9-49F358B3CC24}"/>
              </a:ext>
            </a:extLst>
          </p:cNvPr>
          <p:cNvSpPr/>
          <p:nvPr/>
        </p:nvSpPr>
        <p:spPr>
          <a:xfrm>
            <a:off x="3815255" y="4319752"/>
            <a:ext cx="7998373" cy="201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Stacked col chart</a:t>
            </a:r>
          </a:p>
          <a:p>
            <a:pPr algn="ctr"/>
            <a:r>
              <a:rPr lang="en-IN" dirty="0"/>
              <a:t> X axis – unit</a:t>
            </a:r>
          </a:p>
          <a:p>
            <a:pPr algn="ctr"/>
            <a:r>
              <a:rPr lang="en-IN" dirty="0"/>
              <a:t>Y axis - Sales</a:t>
            </a:r>
          </a:p>
          <a:p>
            <a:pPr algn="ctr"/>
            <a:r>
              <a:rPr lang="en-IN" dirty="0"/>
              <a:t>Each col should represent one week number ( all columns should </a:t>
            </a:r>
            <a:r>
              <a:rPr lang="en-IN" dirty="0" err="1"/>
              <a:t>hv</a:t>
            </a:r>
            <a:r>
              <a:rPr lang="en-IN" dirty="0"/>
              <a:t> different colours)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3CDEB-7D7A-4D9D-A574-2100506EFD51}"/>
              </a:ext>
            </a:extLst>
          </p:cNvPr>
          <p:cNvSpPr txBox="1"/>
          <p:nvPr/>
        </p:nvSpPr>
        <p:spPr>
          <a:xfrm>
            <a:off x="6821214" y="3899338"/>
            <a:ext cx="2659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Budget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DFE29D-0C85-4A2E-B40D-E5CAF8071187}"/>
              </a:ext>
            </a:extLst>
          </p:cNvPr>
          <p:cNvSpPr/>
          <p:nvPr/>
        </p:nvSpPr>
        <p:spPr>
          <a:xfrm>
            <a:off x="9732579" y="1219200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DC13BF-44B3-4AA0-AAB3-151C23475B68}"/>
              </a:ext>
            </a:extLst>
          </p:cNvPr>
          <p:cNvSpPr/>
          <p:nvPr/>
        </p:nvSpPr>
        <p:spPr>
          <a:xfrm>
            <a:off x="10849304" y="1210913"/>
            <a:ext cx="1072055" cy="338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42207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336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Freight Analysis</vt:lpstr>
      <vt:lpstr>PowerPoint Presentation</vt:lpstr>
      <vt:lpstr>PowerPoint Presentation</vt:lpstr>
      <vt:lpstr>PowerPoint Presentation</vt:lpstr>
      <vt:lpstr>Freight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 Analysis</dc:title>
  <dc:creator>sujit mallick</dc:creator>
  <cp:lastModifiedBy>sujit mallick</cp:lastModifiedBy>
  <cp:revision>2</cp:revision>
  <dcterms:created xsi:type="dcterms:W3CDTF">2025-08-24T15:06:44Z</dcterms:created>
  <dcterms:modified xsi:type="dcterms:W3CDTF">2025-11-02T14:06:44Z</dcterms:modified>
</cp:coreProperties>
</file>